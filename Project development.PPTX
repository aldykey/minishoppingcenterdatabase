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075E380B-072E-4404-BDB8-1C5700C4DC8B}"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9976BF6-8A54-4FFF-9A4D-BFB9693DBA1A}"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44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75E380B-072E-4404-BDB8-1C5700C4DC8B}"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1805903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75E380B-072E-4404-BDB8-1C5700C4DC8B}"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9976BF6-8A54-4FFF-9A4D-BFB9693DBA1A}"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926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075E380B-072E-4404-BDB8-1C5700C4DC8B}"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221497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075E380B-072E-4404-BDB8-1C5700C4DC8B}" type="datetimeFigureOut">
              <a:rPr lang="ru-RU" smtClean="0"/>
              <a:t>22.11.2020</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142207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075E380B-072E-4404-BDB8-1C5700C4DC8B}" type="datetimeFigureOut">
              <a:rPr lang="ru-RU" smtClean="0"/>
              <a:t>22.11.2020</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41616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75E380B-072E-4404-BDB8-1C5700C4DC8B}" type="datetimeFigureOut">
              <a:rPr lang="ru-RU" smtClean="0"/>
              <a:t>22.11.2020</a:t>
            </a:fld>
            <a:endParaRPr lang="ru-R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RU"/>
          </a:p>
        </p:txBody>
      </p:sp>
      <p:sp>
        <p:nvSpPr>
          <p:cNvPr id="9" name="Slide Number Placeholder 8"/>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2114140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75E380B-072E-4404-BDB8-1C5700C4DC8B}" type="datetimeFigureOut">
              <a:rPr lang="ru-RU" smtClean="0"/>
              <a:t>22.11.2020</a:t>
            </a:fld>
            <a:endParaRPr lang="ru-R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9976BF6-8A54-4FFF-9A4D-BFB9693DBA1A}" type="slidenum">
              <a:rPr lang="ru-RU" smtClean="0"/>
              <a:t>‹#›</a:t>
            </a:fld>
            <a:endParaRPr lang="ru-RU"/>
          </a:p>
        </p:txBody>
      </p:sp>
    </p:spTree>
    <p:extLst>
      <p:ext uri="{BB962C8B-B14F-4D97-AF65-F5344CB8AC3E}">
        <p14:creationId xmlns:p14="http://schemas.microsoft.com/office/powerpoint/2010/main" val="3317693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075E380B-072E-4404-BDB8-1C5700C4DC8B}"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278539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75E380B-072E-4404-BDB8-1C5700C4DC8B}"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2028546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75E380B-072E-4404-BDB8-1C5700C4DC8B}"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9976BF6-8A54-4FFF-9A4D-BFB9693DBA1A}" type="slidenum">
              <a:rPr lang="ru-RU" smtClean="0"/>
              <a:t>‹#›</a:t>
            </a:fld>
            <a:endParaRPr lang="ru-RU"/>
          </a:p>
        </p:txBody>
      </p:sp>
    </p:spTree>
    <p:extLst>
      <p:ext uri="{BB962C8B-B14F-4D97-AF65-F5344CB8AC3E}">
        <p14:creationId xmlns:p14="http://schemas.microsoft.com/office/powerpoint/2010/main" val="3746662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75E380B-072E-4404-BDB8-1C5700C4DC8B}" type="datetimeFigureOut">
              <a:rPr lang="ru-RU" smtClean="0"/>
              <a:t>22.11.2020</a:t>
            </a:fld>
            <a:endParaRPr lang="ru-R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R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9976BF6-8A54-4FFF-9A4D-BFB9693DBA1A}" type="slidenum">
              <a:rPr lang="ru-RU" smtClean="0"/>
              <a:t>‹#›</a:t>
            </a:fld>
            <a:endParaRPr lang="ru-R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8655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373896-A8D2-4A34-8A34-69A8FE8272D1}"/>
              </a:ext>
            </a:extLst>
          </p:cNvPr>
          <p:cNvSpPr>
            <a:spLocks noGrp="1"/>
          </p:cNvSpPr>
          <p:nvPr>
            <p:ph type="ctrTitle"/>
          </p:nvPr>
        </p:nvSpPr>
        <p:spPr/>
        <p:txBody>
          <a:bodyPr>
            <a:normAutofit/>
          </a:bodyPr>
          <a:lstStyle/>
          <a:p>
            <a:r>
              <a:rPr lang="en-US" sz="6000" dirty="0"/>
              <a:t>Mini shopping center database</a:t>
            </a:r>
            <a:endParaRPr lang="ru-RU" sz="6000" dirty="0"/>
          </a:p>
        </p:txBody>
      </p:sp>
      <p:sp>
        <p:nvSpPr>
          <p:cNvPr id="3" name="Подзаголовок 2">
            <a:extLst>
              <a:ext uri="{FF2B5EF4-FFF2-40B4-BE49-F238E27FC236}">
                <a16:creationId xmlns:a16="http://schemas.microsoft.com/office/drawing/2014/main" id="{4A0E7160-4EEE-4670-B72A-088589162240}"/>
              </a:ext>
            </a:extLst>
          </p:cNvPr>
          <p:cNvSpPr>
            <a:spLocks noGrp="1"/>
          </p:cNvSpPr>
          <p:nvPr>
            <p:ph type="subTitle" idx="1"/>
          </p:nvPr>
        </p:nvSpPr>
        <p:spPr/>
        <p:txBody>
          <a:bodyPr/>
          <a:lstStyle/>
          <a:p>
            <a:r>
              <a:rPr lang="en-US" dirty="0"/>
              <a:t>Done by: Aldiyar Akhmediyev, se-2017.</a:t>
            </a:r>
            <a:endParaRPr lang="ru-RU" dirty="0"/>
          </a:p>
        </p:txBody>
      </p:sp>
    </p:spTree>
    <p:extLst>
      <p:ext uri="{BB962C8B-B14F-4D97-AF65-F5344CB8AC3E}">
        <p14:creationId xmlns:p14="http://schemas.microsoft.com/office/powerpoint/2010/main" val="200222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18F61D-A241-4975-8C2E-499F79AD946C}"/>
              </a:ext>
            </a:extLst>
          </p:cNvPr>
          <p:cNvSpPr>
            <a:spLocks noGrp="1"/>
          </p:cNvSpPr>
          <p:nvPr>
            <p:ph type="title"/>
          </p:nvPr>
        </p:nvSpPr>
        <p:spPr/>
        <p:txBody>
          <a:bodyPr/>
          <a:lstStyle/>
          <a:p>
            <a:r>
              <a:rPr lang="en-US" dirty="0"/>
              <a:t>Short explanation of my project</a:t>
            </a:r>
            <a:endParaRPr lang="ru-RU" dirty="0"/>
          </a:p>
        </p:txBody>
      </p:sp>
      <p:sp>
        <p:nvSpPr>
          <p:cNvPr id="3" name="Объект 2">
            <a:extLst>
              <a:ext uri="{FF2B5EF4-FFF2-40B4-BE49-F238E27FC236}">
                <a16:creationId xmlns:a16="http://schemas.microsoft.com/office/drawing/2014/main" id="{66553ED7-8CBF-4684-80C0-D178F4C257A6}"/>
              </a:ext>
            </a:extLst>
          </p:cNvPr>
          <p:cNvSpPr>
            <a:spLocks noGrp="1"/>
          </p:cNvSpPr>
          <p:nvPr>
            <p:ph idx="1"/>
          </p:nvPr>
        </p:nvSpPr>
        <p:spPr>
          <a:xfrm>
            <a:off x="1097280" y="1417320"/>
            <a:ext cx="10058400" cy="4023360"/>
          </a:xfrm>
        </p:spPr>
        <p:txBody>
          <a:bodyPr>
            <a:normAutofit lnSpcReduction="10000"/>
          </a:bodyPr>
          <a:lstStyle/>
          <a:p>
            <a:endParaRPr lang="ru-RU" sz="2400" dirty="0"/>
          </a:p>
          <a:p>
            <a:r>
              <a:rPr lang="en-US" sz="2400" dirty="0"/>
              <a:t>Basically, I created shopping center database by using SQL statements. </a:t>
            </a:r>
          </a:p>
          <a:p>
            <a:endParaRPr lang="en-US" dirty="0"/>
          </a:p>
          <a:p>
            <a:r>
              <a:rPr lang="en-US" sz="2400" dirty="0"/>
              <a:t>This database will be very helpful for the managers’ of shopping center and for the end users. For example, it will be very easy and fast to find specific item’s price. Or, </a:t>
            </a:r>
            <a:r>
              <a:rPr lang="en-US" sz="2400"/>
              <a:t>finding something to eat </a:t>
            </a:r>
            <a:r>
              <a:rPr lang="en-US" sz="2400" dirty="0"/>
              <a:t>etc.</a:t>
            </a:r>
          </a:p>
          <a:p>
            <a:endParaRPr lang="en-US" sz="2400" dirty="0"/>
          </a:p>
          <a:p>
            <a:r>
              <a:rPr lang="en-US" sz="2400" dirty="0"/>
              <a:t>I am doing my project in PgAdmin4 application using SQL statements. </a:t>
            </a:r>
          </a:p>
          <a:p>
            <a:r>
              <a:rPr lang="en-US" sz="2400" dirty="0"/>
              <a:t>My database consist of 10 tables or 3 stores: KFC, </a:t>
            </a:r>
            <a:r>
              <a:rPr lang="en-US" sz="2400" dirty="0" err="1"/>
              <a:t>Sulpak</a:t>
            </a:r>
            <a:r>
              <a:rPr lang="en-US" sz="2400" dirty="0"/>
              <a:t> and Pharmacy.</a:t>
            </a:r>
          </a:p>
          <a:p>
            <a:pPr marL="0" indent="0">
              <a:buNone/>
            </a:pPr>
            <a:endParaRPr lang="en-US" sz="2400" dirty="0"/>
          </a:p>
          <a:p>
            <a:endParaRPr lang="ru-RU" dirty="0"/>
          </a:p>
        </p:txBody>
      </p:sp>
    </p:spTree>
    <p:extLst>
      <p:ext uri="{BB962C8B-B14F-4D97-AF65-F5344CB8AC3E}">
        <p14:creationId xmlns:p14="http://schemas.microsoft.com/office/powerpoint/2010/main" val="9238427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41301BA-D7DB-416D-8EBC-EE482037A2C6}"/>
              </a:ext>
            </a:extLst>
          </p:cNvPr>
          <p:cNvSpPr>
            <a:spLocks noGrp="1"/>
          </p:cNvSpPr>
          <p:nvPr>
            <p:ph idx="1"/>
          </p:nvPr>
        </p:nvSpPr>
        <p:spPr>
          <a:xfrm>
            <a:off x="7593065" y="1899344"/>
            <a:ext cx="3601677" cy="5203269"/>
          </a:xfrm>
        </p:spPr>
        <p:txBody>
          <a:bodyPr/>
          <a:lstStyle/>
          <a:p>
            <a:endParaRPr lang="en-US" dirty="0"/>
          </a:p>
          <a:p>
            <a:r>
              <a:rPr lang="en-US" sz="3600" dirty="0"/>
              <a:t>Entity-relationship diagram of my database</a:t>
            </a:r>
            <a:endParaRPr lang="ru-RU" sz="3600" dirty="0"/>
          </a:p>
        </p:txBody>
      </p:sp>
      <p:pic>
        <p:nvPicPr>
          <p:cNvPr id="6" name="Рисунок 5">
            <a:extLst>
              <a:ext uri="{FF2B5EF4-FFF2-40B4-BE49-F238E27FC236}">
                <a16:creationId xmlns:a16="http://schemas.microsoft.com/office/drawing/2014/main" id="{B68D770E-594C-445D-A4AD-E2AC0CDF2DE6}"/>
              </a:ext>
            </a:extLst>
          </p:cNvPr>
          <p:cNvPicPr>
            <a:picLocks noChangeAspect="1"/>
          </p:cNvPicPr>
          <p:nvPr/>
        </p:nvPicPr>
        <p:blipFill>
          <a:blip r:embed="rId2"/>
          <a:stretch>
            <a:fillRect/>
          </a:stretch>
        </p:blipFill>
        <p:spPr>
          <a:xfrm>
            <a:off x="0" y="0"/>
            <a:ext cx="7593065" cy="4500979"/>
          </a:xfrm>
          <a:prstGeom prst="rect">
            <a:avLst/>
          </a:prstGeom>
        </p:spPr>
      </p:pic>
      <p:pic>
        <p:nvPicPr>
          <p:cNvPr id="7" name="Рисунок 6">
            <a:extLst>
              <a:ext uri="{FF2B5EF4-FFF2-40B4-BE49-F238E27FC236}">
                <a16:creationId xmlns:a16="http://schemas.microsoft.com/office/drawing/2014/main" id="{24FCC85A-678E-48F2-82B0-22A9FC453C99}"/>
              </a:ext>
            </a:extLst>
          </p:cNvPr>
          <p:cNvPicPr>
            <a:picLocks noChangeAspect="1"/>
          </p:cNvPicPr>
          <p:nvPr/>
        </p:nvPicPr>
        <p:blipFill>
          <a:blip r:embed="rId3"/>
          <a:stretch>
            <a:fillRect/>
          </a:stretch>
        </p:blipFill>
        <p:spPr>
          <a:xfrm>
            <a:off x="1158240" y="2798924"/>
            <a:ext cx="5837914" cy="2509736"/>
          </a:xfrm>
          <a:prstGeom prst="rect">
            <a:avLst/>
          </a:prstGeom>
        </p:spPr>
      </p:pic>
    </p:spTree>
    <p:extLst>
      <p:ext uri="{BB962C8B-B14F-4D97-AF65-F5344CB8AC3E}">
        <p14:creationId xmlns:p14="http://schemas.microsoft.com/office/powerpoint/2010/main" val="242504086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769FFB-B909-45CF-AFAE-C3EAF8BDD5C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A04DF968-6A3A-4BAD-A392-670635EC4482}"/>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AD949B91-8C11-464F-B3F6-8D3101B46040}"/>
              </a:ext>
            </a:extLst>
          </p:cNvPr>
          <p:cNvPicPr>
            <a:picLocks noChangeAspect="1"/>
          </p:cNvPicPr>
          <p:nvPr/>
        </p:nvPicPr>
        <p:blipFill>
          <a:blip r:embed="rId2"/>
          <a:stretch>
            <a:fillRect/>
          </a:stretch>
        </p:blipFill>
        <p:spPr>
          <a:xfrm>
            <a:off x="1159424" y="2810819"/>
            <a:ext cx="2133600" cy="2571750"/>
          </a:xfrm>
          <a:prstGeom prst="rect">
            <a:avLst/>
          </a:prstGeom>
        </p:spPr>
      </p:pic>
      <p:pic>
        <p:nvPicPr>
          <p:cNvPr id="5" name="Рисунок 4">
            <a:extLst>
              <a:ext uri="{FF2B5EF4-FFF2-40B4-BE49-F238E27FC236}">
                <a16:creationId xmlns:a16="http://schemas.microsoft.com/office/drawing/2014/main" id="{5BC630C8-11E9-4A82-94CC-1C2C6C3CBDF5}"/>
              </a:ext>
            </a:extLst>
          </p:cNvPr>
          <p:cNvPicPr>
            <a:picLocks noChangeAspect="1"/>
          </p:cNvPicPr>
          <p:nvPr/>
        </p:nvPicPr>
        <p:blipFill>
          <a:blip r:embed="rId3"/>
          <a:stretch>
            <a:fillRect/>
          </a:stretch>
        </p:blipFill>
        <p:spPr>
          <a:xfrm>
            <a:off x="1159424" y="824811"/>
            <a:ext cx="2876550" cy="1447800"/>
          </a:xfrm>
          <a:prstGeom prst="rect">
            <a:avLst/>
          </a:prstGeom>
        </p:spPr>
      </p:pic>
      <p:pic>
        <p:nvPicPr>
          <p:cNvPr id="6" name="Рисунок 5">
            <a:extLst>
              <a:ext uri="{FF2B5EF4-FFF2-40B4-BE49-F238E27FC236}">
                <a16:creationId xmlns:a16="http://schemas.microsoft.com/office/drawing/2014/main" id="{04A750FB-23DE-4F2F-A78B-5F3773234BFD}"/>
              </a:ext>
            </a:extLst>
          </p:cNvPr>
          <p:cNvPicPr>
            <a:picLocks noChangeAspect="1"/>
          </p:cNvPicPr>
          <p:nvPr/>
        </p:nvPicPr>
        <p:blipFill>
          <a:blip r:embed="rId4"/>
          <a:stretch>
            <a:fillRect/>
          </a:stretch>
        </p:blipFill>
        <p:spPr>
          <a:xfrm>
            <a:off x="5207699" y="477893"/>
            <a:ext cx="4953000" cy="5762625"/>
          </a:xfrm>
          <a:prstGeom prst="rect">
            <a:avLst/>
          </a:prstGeom>
        </p:spPr>
      </p:pic>
      <p:pic>
        <p:nvPicPr>
          <p:cNvPr id="9" name="Рисунок 8">
            <a:extLst>
              <a:ext uri="{FF2B5EF4-FFF2-40B4-BE49-F238E27FC236}">
                <a16:creationId xmlns:a16="http://schemas.microsoft.com/office/drawing/2014/main" id="{776CC705-9EBC-4E01-85D4-C8681D2CB9D8}"/>
              </a:ext>
            </a:extLst>
          </p:cNvPr>
          <p:cNvPicPr>
            <a:picLocks noChangeAspect="1"/>
          </p:cNvPicPr>
          <p:nvPr/>
        </p:nvPicPr>
        <p:blipFill>
          <a:blip r:embed="rId5"/>
          <a:stretch>
            <a:fillRect/>
          </a:stretch>
        </p:blipFill>
        <p:spPr>
          <a:xfrm>
            <a:off x="2287905" y="1247775"/>
            <a:ext cx="7677150" cy="4362450"/>
          </a:xfrm>
          <a:prstGeom prst="rect">
            <a:avLst/>
          </a:prstGeom>
        </p:spPr>
      </p:pic>
    </p:spTree>
    <p:extLst>
      <p:ext uri="{BB962C8B-B14F-4D97-AF65-F5344CB8AC3E}">
        <p14:creationId xmlns:p14="http://schemas.microsoft.com/office/powerpoint/2010/main" val="3179945365"/>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5"/>
                                        </p:tgtEl>
                                      </p:cBhvr>
                                    </p:animEffect>
                                    <p:set>
                                      <p:cBhvr>
                                        <p:cTn id="10" dur="1" fill="hold">
                                          <p:stCondLst>
                                            <p:cond delay="499"/>
                                          </p:stCondLst>
                                        </p:cTn>
                                        <p:tgtEl>
                                          <p:spTgt spid="5"/>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7ECE6A-B983-4F6B-B420-CAF3C41EC31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5B0F68E3-4805-4EFD-9B5C-BD36C611BB34}"/>
              </a:ext>
            </a:extLst>
          </p:cNvPr>
          <p:cNvSpPr>
            <a:spLocks noGrp="1"/>
          </p:cNvSpPr>
          <p:nvPr>
            <p:ph idx="1"/>
          </p:nvPr>
        </p:nvSpPr>
        <p:spPr/>
        <p:txBody>
          <a:bodyPr/>
          <a:lstStyle/>
          <a:p>
            <a:endParaRPr lang="ru-RU"/>
          </a:p>
        </p:txBody>
      </p:sp>
      <p:pic>
        <p:nvPicPr>
          <p:cNvPr id="5" name="Рисунок 4">
            <a:extLst>
              <a:ext uri="{FF2B5EF4-FFF2-40B4-BE49-F238E27FC236}">
                <a16:creationId xmlns:a16="http://schemas.microsoft.com/office/drawing/2014/main" id="{B7B3D704-F76B-431E-AF83-D3E1B9399BE6}"/>
              </a:ext>
            </a:extLst>
          </p:cNvPr>
          <p:cNvPicPr>
            <a:picLocks noChangeAspect="1"/>
          </p:cNvPicPr>
          <p:nvPr/>
        </p:nvPicPr>
        <p:blipFill>
          <a:blip r:embed="rId2"/>
          <a:stretch>
            <a:fillRect/>
          </a:stretch>
        </p:blipFill>
        <p:spPr>
          <a:xfrm>
            <a:off x="1138237" y="481911"/>
            <a:ext cx="9915525" cy="2133600"/>
          </a:xfrm>
          <a:prstGeom prst="rect">
            <a:avLst/>
          </a:prstGeom>
        </p:spPr>
      </p:pic>
      <p:pic>
        <p:nvPicPr>
          <p:cNvPr id="6" name="Рисунок 5">
            <a:extLst>
              <a:ext uri="{FF2B5EF4-FFF2-40B4-BE49-F238E27FC236}">
                <a16:creationId xmlns:a16="http://schemas.microsoft.com/office/drawing/2014/main" id="{3081CAC5-43CE-4FD8-A7FE-F587C3ECEF70}"/>
              </a:ext>
            </a:extLst>
          </p:cNvPr>
          <p:cNvPicPr>
            <a:picLocks noChangeAspect="1"/>
          </p:cNvPicPr>
          <p:nvPr/>
        </p:nvPicPr>
        <p:blipFill>
          <a:blip r:embed="rId3"/>
          <a:stretch>
            <a:fillRect/>
          </a:stretch>
        </p:blipFill>
        <p:spPr>
          <a:xfrm>
            <a:off x="1207769" y="3146465"/>
            <a:ext cx="9858375" cy="1943100"/>
          </a:xfrm>
          <a:prstGeom prst="rect">
            <a:avLst/>
          </a:prstGeom>
        </p:spPr>
      </p:pic>
      <p:pic>
        <p:nvPicPr>
          <p:cNvPr id="7" name="Рисунок 6">
            <a:extLst>
              <a:ext uri="{FF2B5EF4-FFF2-40B4-BE49-F238E27FC236}">
                <a16:creationId xmlns:a16="http://schemas.microsoft.com/office/drawing/2014/main" id="{2F925773-704D-42D6-BFF9-F67DFC058A56}"/>
              </a:ext>
            </a:extLst>
          </p:cNvPr>
          <p:cNvPicPr>
            <a:picLocks noChangeAspect="1"/>
          </p:cNvPicPr>
          <p:nvPr/>
        </p:nvPicPr>
        <p:blipFill>
          <a:blip r:embed="rId4"/>
          <a:stretch>
            <a:fillRect/>
          </a:stretch>
        </p:blipFill>
        <p:spPr>
          <a:xfrm>
            <a:off x="2665093" y="1427202"/>
            <a:ext cx="6943725" cy="3438525"/>
          </a:xfrm>
          <a:prstGeom prst="rect">
            <a:avLst/>
          </a:prstGeom>
        </p:spPr>
      </p:pic>
      <p:pic>
        <p:nvPicPr>
          <p:cNvPr id="8" name="Рисунок 7">
            <a:extLst>
              <a:ext uri="{FF2B5EF4-FFF2-40B4-BE49-F238E27FC236}">
                <a16:creationId xmlns:a16="http://schemas.microsoft.com/office/drawing/2014/main" id="{E5922E17-DF16-470F-9B6A-EC1C6B52CFF5}"/>
              </a:ext>
            </a:extLst>
          </p:cNvPr>
          <p:cNvPicPr>
            <a:picLocks noChangeAspect="1"/>
          </p:cNvPicPr>
          <p:nvPr/>
        </p:nvPicPr>
        <p:blipFill>
          <a:blip r:embed="rId5"/>
          <a:stretch>
            <a:fillRect/>
          </a:stretch>
        </p:blipFill>
        <p:spPr>
          <a:xfrm>
            <a:off x="1526855" y="561022"/>
            <a:ext cx="9220200" cy="2352675"/>
          </a:xfrm>
          <a:prstGeom prst="rect">
            <a:avLst/>
          </a:prstGeom>
        </p:spPr>
      </p:pic>
      <p:pic>
        <p:nvPicPr>
          <p:cNvPr id="9" name="Рисунок 8">
            <a:extLst>
              <a:ext uri="{FF2B5EF4-FFF2-40B4-BE49-F238E27FC236}">
                <a16:creationId xmlns:a16="http://schemas.microsoft.com/office/drawing/2014/main" id="{E6213F79-920D-4A90-970A-19E218C7923F}"/>
              </a:ext>
            </a:extLst>
          </p:cNvPr>
          <p:cNvPicPr>
            <a:picLocks noChangeAspect="1"/>
          </p:cNvPicPr>
          <p:nvPr/>
        </p:nvPicPr>
        <p:blipFill>
          <a:blip r:embed="rId6"/>
          <a:stretch>
            <a:fillRect/>
          </a:stretch>
        </p:blipFill>
        <p:spPr>
          <a:xfrm>
            <a:off x="1571624" y="3022071"/>
            <a:ext cx="9048750" cy="3609975"/>
          </a:xfrm>
          <a:prstGeom prst="rect">
            <a:avLst/>
          </a:prstGeom>
        </p:spPr>
      </p:pic>
    </p:spTree>
    <p:extLst>
      <p:ext uri="{BB962C8B-B14F-4D97-AF65-F5344CB8AC3E}">
        <p14:creationId xmlns:p14="http://schemas.microsoft.com/office/powerpoint/2010/main" val="1562307747"/>
      </p:ext>
    </p:extLst>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500"/>
                                        <p:tgtEl>
                                          <p:spTgt spid="5"/>
                                        </p:tgtEl>
                                      </p:cBhvr>
                                    </p:animEffect>
                                    <p:anim calcmode="lin" valueType="num">
                                      <p:cBhvr>
                                        <p:cTn id="7" dur="500"/>
                                        <p:tgtEl>
                                          <p:spTgt spid="5"/>
                                        </p:tgtEl>
                                        <p:attrNameLst>
                                          <p:attrName>ppt_x</p:attrName>
                                        </p:attrNameLst>
                                      </p:cBhvr>
                                      <p:tavLst>
                                        <p:tav tm="0">
                                          <p:val>
                                            <p:strVal val="ppt_x"/>
                                          </p:val>
                                        </p:tav>
                                        <p:tav tm="100000">
                                          <p:val>
                                            <p:strVal val="ppt_x"/>
                                          </p:val>
                                        </p:tav>
                                      </p:tavLst>
                                    </p:anim>
                                    <p:anim calcmode="lin" valueType="num">
                                      <p:cBhvr>
                                        <p:cTn id="8" dur="500"/>
                                        <p:tgtEl>
                                          <p:spTgt spid="5"/>
                                        </p:tgtEl>
                                        <p:attrNameLst>
                                          <p:attrName>ppt_y</p:attrName>
                                        </p:attrNameLst>
                                      </p:cBhvr>
                                      <p:tavLst>
                                        <p:tav tm="0">
                                          <p:val>
                                            <p:strVal val="ppt_y"/>
                                          </p:val>
                                        </p:tav>
                                        <p:tav tm="100000">
                                          <p:val>
                                            <p:strVal val="ppt_y+.1"/>
                                          </p:val>
                                        </p:tav>
                                      </p:tavLst>
                                    </p:anim>
                                    <p:set>
                                      <p:cBhvr>
                                        <p:cTn id="9" dur="1" fill="hold">
                                          <p:stCondLst>
                                            <p:cond delay="499"/>
                                          </p:stCondLst>
                                        </p:cTn>
                                        <p:tgtEl>
                                          <p:spTgt spid="5"/>
                                        </p:tgtEl>
                                        <p:attrNameLst>
                                          <p:attrName>style.visibility</p:attrName>
                                        </p:attrNameLst>
                                      </p:cBhvr>
                                      <p:to>
                                        <p:strVal val="hidden"/>
                                      </p:to>
                                    </p:set>
                                  </p:childTnLst>
                                </p:cTn>
                              </p:par>
                              <p:par>
                                <p:cTn id="10" presetID="47" presetClass="exit" presetSubtype="0" fill="hold" nodeType="withEffect">
                                  <p:stCondLst>
                                    <p:cond delay="0"/>
                                  </p:stCondLst>
                                  <p:childTnLst>
                                    <p:animEffect transition="out" filter="fade">
                                      <p:cBhvr>
                                        <p:cTn id="11" dur="500"/>
                                        <p:tgtEl>
                                          <p:spTgt spid="6"/>
                                        </p:tgtEl>
                                      </p:cBhvr>
                                    </p:animEffect>
                                    <p:anim calcmode="lin" valueType="num">
                                      <p:cBhvr>
                                        <p:cTn id="12" dur="500"/>
                                        <p:tgtEl>
                                          <p:spTgt spid="6"/>
                                        </p:tgtEl>
                                        <p:attrNameLst>
                                          <p:attrName>ppt_x</p:attrName>
                                        </p:attrNameLst>
                                      </p:cBhvr>
                                      <p:tavLst>
                                        <p:tav tm="0">
                                          <p:val>
                                            <p:strVal val="ppt_x"/>
                                          </p:val>
                                        </p:tav>
                                        <p:tav tm="100000">
                                          <p:val>
                                            <p:strVal val="ppt_x"/>
                                          </p:val>
                                        </p:tav>
                                      </p:tavLst>
                                    </p:anim>
                                    <p:anim calcmode="lin" valueType="num">
                                      <p:cBhvr>
                                        <p:cTn id="13" dur="500"/>
                                        <p:tgtEl>
                                          <p:spTgt spid="6"/>
                                        </p:tgtEl>
                                        <p:attrNameLst>
                                          <p:attrName>ppt_y</p:attrName>
                                        </p:attrNameLst>
                                      </p:cBhvr>
                                      <p:tavLst>
                                        <p:tav tm="0">
                                          <p:val>
                                            <p:strVal val="ppt_y"/>
                                          </p:val>
                                        </p:tav>
                                        <p:tav tm="100000">
                                          <p:val>
                                            <p:strVal val="ppt_y-.1"/>
                                          </p:val>
                                        </p:tav>
                                      </p:tavLst>
                                    </p:anim>
                                    <p:set>
                                      <p:cBhvr>
                                        <p:cTn id="14" dur="1" fill="hold">
                                          <p:stCondLst>
                                            <p:cond delay="499"/>
                                          </p:stCondLst>
                                        </p:cTn>
                                        <p:tgtEl>
                                          <p:spTgt spid="6"/>
                                        </p:tgtEl>
                                        <p:attrNameLst>
                                          <p:attrName>style.visibility</p:attrName>
                                        </p:attrNameLst>
                                      </p:cBhvr>
                                      <p:to>
                                        <p:strVal val="hidden"/>
                                      </p:to>
                                    </p:set>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anim calcmode="lin" valueType="num">
                                      <p:cBhvr>
                                        <p:cTn id="18" dur="750" fill="hold"/>
                                        <p:tgtEl>
                                          <p:spTgt spid="7"/>
                                        </p:tgtEl>
                                        <p:attrNameLst>
                                          <p:attrName>ppt_x</p:attrName>
                                        </p:attrNameLst>
                                      </p:cBhvr>
                                      <p:tavLst>
                                        <p:tav tm="0">
                                          <p:val>
                                            <p:strVal val="#ppt_x"/>
                                          </p:val>
                                        </p:tav>
                                        <p:tav tm="100000">
                                          <p:val>
                                            <p:strVal val="#ppt_x"/>
                                          </p:val>
                                        </p:tav>
                                      </p:tavLst>
                                    </p:anim>
                                    <p:anim calcmode="lin" valueType="num">
                                      <p:cBhvr>
                                        <p:cTn id="19"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nodeType="clickEffect">
                                  <p:stCondLst>
                                    <p:cond delay="0"/>
                                  </p:stCondLst>
                                  <p:childTnLst>
                                    <p:anim calcmode="lin" valueType="num">
                                      <p:cBhvr>
                                        <p:cTn id="23" dur="500"/>
                                        <p:tgtEl>
                                          <p:spTgt spid="7"/>
                                        </p:tgtEl>
                                        <p:attrNameLst>
                                          <p:attrName>ppt_w</p:attrName>
                                        </p:attrNameLst>
                                      </p:cBhvr>
                                      <p:tavLst>
                                        <p:tav tm="0">
                                          <p:val>
                                            <p:strVal val="ppt_w"/>
                                          </p:val>
                                        </p:tav>
                                        <p:tav tm="100000">
                                          <p:val>
                                            <p:fltVal val="0"/>
                                          </p:val>
                                        </p:tav>
                                      </p:tavLst>
                                    </p:anim>
                                    <p:anim calcmode="lin" valueType="num">
                                      <p:cBhvr>
                                        <p:cTn id="24" dur="500"/>
                                        <p:tgtEl>
                                          <p:spTgt spid="7"/>
                                        </p:tgtEl>
                                        <p:attrNameLst>
                                          <p:attrName>ppt_h</p:attrName>
                                        </p:attrNameLst>
                                      </p:cBhvr>
                                      <p:tavLst>
                                        <p:tav tm="0">
                                          <p:val>
                                            <p:strVal val="ppt_h"/>
                                          </p:val>
                                        </p:tav>
                                        <p:tav tm="100000">
                                          <p:val>
                                            <p:fltVal val="0"/>
                                          </p:val>
                                        </p:tav>
                                      </p:tavLst>
                                    </p:anim>
                                    <p:animEffect transition="out" filter="fade">
                                      <p:cBhvr>
                                        <p:cTn id="25" dur="500"/>
                                        <p:tgtEl>
                                          <p:spTgt spid="7"/>
                                        </p:tgtEl>
                                      </p:cBhvr>
                                    </p:animEffect>
                                    <p:set>
                                      <p:cBhvr>
                                        <p:cTn id="26" dur="1" fill="hold">
                                          <p:stCondLst>
                                            <p:cond delay="499"/>
                                          </p:stCondLst>
                                        </p:cTn>
                                        <p:tgtEl>
                                          <p:spTgt spid="7"/>
                                        </p:tgtEl>
                                        <p:attrNameLst>
                                          <p:attrName>style.visibility</p:attrName>
                                        </p:attrNameLst>
                                      </p:cBhvr>
                                      <p:to>
                                        <p:strVal val="hidden"/>
                                      </p:to>
                                    </p:set>
                                  </p:childTnLst>
                                </p:cTn>
                              </p:par>
                              <p:par>
                                <p:cTn id="27" presetID="22" presetClass="entr" presetSubtype="4"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par>
                                <p:cTn id="30" presetID="22" presetClass="entr" presetSubtype="1"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268E7F-A4B9-43DC-A5DC-AA2AB650A9FE}"/>
              </a:ext>
            </a:extLst>
          </p:cNvPr>
          <p:cNvSpPr>
            <a:spLocks noGrp="1"/>
          </p:cNvSpPr>
          <p:nvPr>
            <p:ph type="ctrTitle"/>
          </p:nvPr>
        </p:nvSpPr>
        <p:spPr>
          <a:xfrm>
            <a:off x="1164454" y="803340"/>
            <a:ext cx="9863092" cy="3566160"/>
          </a:xfrm>
        </p:spPr>
        <p:txBody>
          <a:bodyPr>
            <a:normAutofit/>
          </a:bodyPr>
          <a:lstStyle/>
          <a:p>
            <a:r>
              <a:rPr lang="en-US" sz="6000" dirty="0"/>
              <a:t>  Thank you for the attention!!!</a:t>
            </a:r>
            <a:endParaRPr lang="ru-RU" sz="6000" dirty="0"/>
          </a:p>
        </p:txBody>
      </p:sp>
    </p:spTree>
    <p:extLst>
      <p:ext uri="{BB962C8B-B14F-4D97-AF65-F5344CB8AC3E}">
        <p14:creationId xmlns:p14="http://schemas.microsoft.com/office/powerpoint/2010/main" val="3852003470"/>
      </p:ext>
    </p:extLst>
  </p:cSld>
  <p:clrMapOvr>
    <a:masterClrMapping/>
  </p:clrMapOvr>
  <p:transition spd="slow">
    <p:sndAc>
      <p:stSnd>
        <p:snd r:embed="rId2" name="applause.wav"/>
      </p:stSnd>
    </p:sndAc>
  </p:transition>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62</TotalTime>
  <Words>112</Words>
  <Application>Microsoft Office PowerPoint</Application>
  <PresentationFormat>Широкоэкранный</PresentationFormat>
  <Paragraphs>13</Paragraphs>
  <Slides>6</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6</vt:i4>
      </vt:variant>
    </vt:vector>
  </HeadingPairs>
  <TitlesOfParts>
    <vt:vector size="9" baseType="lpstr">
      <vt:lpstr>Calibri</vt:lpstr>
      <vt:lpstr>Calibri Light</vt:lpstr>
      <vt:lpstr>Ретро</vt:lpstr>
      <vt:lpstr>Mini shopping center database</vt:lpstr>
      <vt:lpstr>Short explanation of my project</vt:lpstr>
      <vt:lpstr>Презентация PowerPoint</vt:lpstr>
      <vt:lpstr>Презентация PowerPoint</vt:lpstr>
      <vt:lpstr>Презентация PowerPoint</vt:lpstr>
      <vt:lpstr>  Thank you for the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Aldiyar Akhmediyev</dc:creator>
  <cp:lastModifiedBy>Aldiyar Akhmediyev</cp:lastModifiedBy>
  <cp:revision>9</cp:revision>
  <dcterms:created xsi:type="dcterms:W3CDTF">2020-11-20T16:24:56Z</dcterms:created>
  <dcterms:modified xsi:type="dcterms:W3CDTF">2020-11-22T06:27:13Z</dcterms:modified>
</cp:coreProperties>
</file>